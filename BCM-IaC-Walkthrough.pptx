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BCM Infrastructure as Code</a:t>
            </a:r>
          </a:p>
          <a:p>
            <a:pPr algn="ctr">
              <a:defRPr sz="2000">
                <a:solidFill>
                  <a:srgbClr val="CCCCCC"/>
                </a:solidFill>
              </a:defRPr>
            </a:pPr>
            <a:r>
              <a:t>Multi-Environment Ansible Automation for BCM 11.0</a:t>
            </a:r>
            <a:br/>
            <a:br/>
            <a:r>
              <a:t>One Repo • 6 Environments • 11 Playbooks • Explicit Commands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6 Environments — One Repo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local-lab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Your workstation — KVM VMs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1 head + 3 nodes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az2-staging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AZ2 staging cluster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1 CPU head + 1 GPU + few CPU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az2-staging-bmaas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BMaaS staging cluster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1 head + 3 CPU + 1 GPU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az2-bmaas-prod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BMaaS production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1 head + 66 DGX B200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az1-prod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AZ1 production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az2-prod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AZ2 production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Repository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WHERE — inventories/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Per-environment: hosts.yml + group_vars/all.yml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local-lab/ • az2-staging/ • az2-staging-bmaas/ • az2-bmaas-prod/ • az1-prod/ • az2-prod/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WHAT — playbooks/  (11 playbooks)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cluster-health • dns-config • nodegroup-config • firmware-audit • firmware-upgrade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node-lifecycle • slurm-ops • slurm-jobs • debug-bundle • bcm-config • bcm-image-mgmt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HOW — roles/  (4 reusable roles)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bcm-dns • bcm-nodegroup • bcm-health • bcm-slurm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DOCS — docs/  (7 guides)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Runbook • Concepts • DNS best practices • Operations • Install troubleshooting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How to Run — Explicit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Pattern: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inventories/&lt;ENV&gt;/hosts.yml playbooks/&lt;PLAYBOOK&gt;.yml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Examples: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inventories/local-lab/hosts.yml playbooks/cluster-health.yml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inventories/az2-bmaas-prod/hosts.yml playbooks/dns-config.yml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inventories/az2-staging/hosts.yml playbooks/firmware-audit.yml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Dry-run (add --check --diff):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inventories/az2-bmaas-prod/hosts.yml playbooks/dns-config.yml --check --diff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Specific tags only: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inventories/az2-bmaas-prod/hosts.yml playbooks/firmware-audit.yml --tags gpu,nic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All 11 Playbooks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91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Playbook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cluster-health.yml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Check services, disk, memory, Slurm status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dns-config.yml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Set nameservers, search domains via cmsh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nodegroup-config.yml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Manage categories, overlays, node assignments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firmware-audit.yml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Collect BIOS, BMC, GPU, NIC firmware versions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firmware-upgrade.yml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Upgrade firmware (dry-run default, safety guards)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node-lifecycle.yml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Power, provision, drain, resume nodes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slurm-ops.yml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Slurm partition management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slurm-jobs.yml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Submit and monitor Slurm jobs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debug-bundle.yml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Collect diagnostic logs and GPU info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bcm-config.yml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Audit BCM configuration objects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bcm-image-mgmt.yml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Audit and manage software images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Day-0 Operations — Initial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Playbook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Health baseline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cluster-health.yml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BCM config audit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bcm-config.yml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Image audit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bcm-image-mgmt.yml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Configure DNS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dns-config.yml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🔲 Pending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Setup node categories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nodegroup-config.yml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🔲 Pending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Provision nodes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node-lifecycle.yml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Setup Slurm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slurm-ops.yml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 audit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firmware-audit.yml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🔲 Pending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 upgrade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firmware-upgrade.yml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🔲 Pending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Day-2 Operations — Ongoing Management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Playbook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Health check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cluster-health.yml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Debug bundle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debug-bundle.yml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On incident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Node power cycle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node-lifecycle.yml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As needed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Node reprovision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node-lifecycle.yml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After RMA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Slurm job monitoring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slurm-jobs.yml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Image update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bcm-image-mgmt.yml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On patch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DNS change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dns-config.yml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On network change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Category change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nodegroup-config.yml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On scale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 upgrade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firmware-upgrade.yml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Quarterly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 audit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firmware-audit.yml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Firmware Audit — firmware-audit.yml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Collects from every node: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BIOS version         → dmidecode -t bios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BMC firmware          → ipmitool mc info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GPU driver + VBIOS    → nvidia-smi --query-gpu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NIC firmware          → mlxfwmanager --query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BCM + Slurm versions  → cmsh get version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Run: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inventories/az2-bmaas-prod/hosts.yml playbooks/firmware-audit.yml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GPU only: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inventories/az2-bmaas-prod/hosts.yml playbooks/firmware-audit.yml --tags gpu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Report saved to: /tmp/firmware-audit-&lt;env&gt;/firmware-audit-&lt;timestamp&gt;.md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Firmware Upgrade — Safety-First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firmware-upgrade.yml — DRY-RUN by default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1. Pre-flight    → checks Slurm, aborts if jobs running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2. Drain         → removes nodes from Slurm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3. Upgrade GPU   → updates driver in BCM image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4. Upgrade BIOS  → flashes BIOS firmware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5. Upgrade BMC   → updates BMC firmware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6. Upgrade NIC   → flashes Mellanox ConnectX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7. Reboot        → reboots nodes, waits 120s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8. Verify        → re-checks all versions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9. Resume        → puts nodes back in Slurm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Apply GPU driver upgrade: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inventories/az2-bmaas-prod/hosts.yml playbooks/firmware-upgrade.yml -e fw_apply=true -e target_gpu_driver=560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Image vs Overlay — What Goes Where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286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✅ In the Image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✅ In the Overlay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OS base packages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/etc/resolv.conf (DNS)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NVIDIA GPU drivers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NTP servers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CUDA toolkit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LDAP client config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Container runtime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Mount points (/scratch)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Slurm client (slurmd)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SSH authorized_keys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Monitoring agents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Kernel parameters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System libs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Network bonding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Promotion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local-lab → az2-staging → az2-staging-bmaas → az2-bmaas-prod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1. DEVELOP on local-lab         (KVM VMs on your workstation)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2. TEST on az2-staging           (real hardware, small scale)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3. VALIDATE on az2-staging-bmaas (BMaaS-specific testing)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4. DEPLOY to az2-bmaas-prod      (production, 66 B200 nodes)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All on main branch — no branch-per-environment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Same playbooks, different inventories: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inventories/local-lab/hosts.yml playbooks/dns-config.yml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inventories/az2-staging/hosts.yml playbooks/dns-config.yml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ansible-playbook -i inventories/az2-bmaas-prod/hosts.yml playbooks/dns-config.yml</a:t>
            </a:r>
          </a:p>
          <a:p>
            <a:pPr>
              <a:defRPr sz="1300" i="1">
                <a:solidFill>
                  <a:srgbClr val="CCCCCC"/>
                </a:solidFill>
              </a:defRPr>
            </a:pPr>
            <a:r>
              <a:t>Same code → different variables → different outcomes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Where to Find Things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 want to...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Look at...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See environment config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inventories/&lt;env&gt;/group_vars/all.yml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See what a playbook does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playbooks/&lt;name&gt;.yml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See reusable logic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roles/&lt;name&gt;/tasks/main.yml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Dry-run something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Append --check --diff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Run specific tags only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Append --tags &lt;tag1&gt;,&lt;tag2&gt;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BCM concepts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docs/bcm-concepts-guide.md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DNS best practices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docs/bcm-dns-and-image-best-practices.md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Install troubleshooting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docs/bcm-install-troubleshooting.md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Copy-paste commands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docs/tested-runbook.md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Testing Backlog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91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Playbook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030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cluster-health.yml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 on local-lab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dns-config.yml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🔲 Need nodes UP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nodegroup-config.yml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🔲 Need nodes UP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node-lifecycle.yml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 on local-lab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slurm-ops.yml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 on local-lab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debug-bundle.yml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 on local-lab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firmware-audit.yml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🔲 Need nodes UP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firmware-upgrade.yml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🔲 Need nodes UP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bcm-image-mgmt.yml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 on local-lab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bcm-config.yml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 on local-lab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slurm-jobs.yml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Tested on local-lab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Planned Playbooks: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burn-in-test.yml    — post-RMA node validation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ldap-config.yml     — LDAP/authentication setup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network-bonding.yml — IB/ETH bond configuration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Infrastructure: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CI/CD pipeline (lint on PR + dry-run on merge)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Ansible Vault for secrets management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GPU-specific playbooks (DCGM, nvidia-smi health)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2000" b="1">
                <a:solidFill>
                  <a:srgbClr val="00BCD4"/>
                </a:solidFill>
              </a:defRPr>
            </a:pPr>
            <a:r>
              <a:t>Immediate: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Get local-lab nodes fully provisioned (PXE booting now)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Test DNS + nodegroup playbooks on live nodes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• Fill in az1-prod and az2-prod with real IPs/hostnames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